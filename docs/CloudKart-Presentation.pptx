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Microservices E-Commerce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972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DevOps project: Docker · Kubernetes · Helm · Terraform · CI/CD · full observability.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577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Gupta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itsayush0212@gmail.com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github.com/Ayush-Gupta-0212/cloudkart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CloudKart?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microservices and modern DevOps.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4F8FC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apps don't scale.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Risky deploys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= full outage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Slow iteration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520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one codebase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Locked stack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4709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polyglot teams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Hard to 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5303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all or nothing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microservices, fully automated.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Containers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multi-stage builds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Orchestration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rolling updates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Packaging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with dev/staging/prod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Trivy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0" y="5303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+ Loki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Single-entry path-based routing into independent microservices.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55448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554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514600"/>
            <a:ext cx="10332720" cy="640080"/>
          </a:xfrm>
          <a:prstGeom prst="roundRect">
            <a:avLst>
              <a:gd name="adj" fmla="val 8571"/>
            </a:avLst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420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 Controller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 → user-service     /api/products → product-service     /api/cart, /api/orders → order-service     / → frontend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320040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35204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Nginx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320040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35204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JWT + bcrypt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320040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35204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catalog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607040" y="320040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26880" y="35204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cart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84632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4F8FC"/>
          </a:solidFill>
          <a:ln w="12700">
            <a:solidFill>
              <a:srgbClr val="1E3A5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" y="49377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scrapes /metrics, ships logs, fires alerts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534924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11880" y="534924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534924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Promtail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98280" y="534924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production-grade tools across the full lifecycle.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· React 18 · Bash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91640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29 · Compose · Alpine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91640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5820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1.35 · Minikube · K3s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98648"/>
            <a:ext cx="73152" cy="10515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35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MGR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355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3 (chart with 3 envs)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2898648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898648"/>
            <a:ext cx="73152" cy="10515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035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3355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1.15 · AWS Provider 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2898648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898648"/>
            <a:ext cx="73152" cy="10515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3035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58200" y="3355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VPC · S3 · DynamoDB · IAM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105656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05656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42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562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Jenkins · GHCR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4105656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4105656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242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562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 Controller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0" y="4105656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4105656"/>
            <a:ext cx="73152" cy="10515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242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4562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Loki · Alertmanager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312664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312664"/>
            <a:ext cx="73152" cy="10515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4498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" y="57698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runAsNonRoot · K8s Secrets · IMDSv2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89120" y="5312664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5312664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54498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17720" y="57698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· Supertest · 32 tests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29600" y="5312664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5312664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54498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SCM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58200" y="57698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SSH · Conventional Commits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Microservices + Docker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 independent services. Containerized each. Wired with docker-compose.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Nginx (multi-stage, ~30 MB)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user-service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JWT + bcrypt — 10 tests passing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+ 8 seeded products — 8 tests passing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order-service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cart + HTTP to product-service — 14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2377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1248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~245 MB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1248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image size (Alpine)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297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test coverage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5257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412480" y="5760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docker compose up -d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Kubernetes Orchestration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containers — orchestrated by a real Kubernetes cluster.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Resources Used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updates, replica mgmt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DNS, load balancing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entry, path routing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06324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JWT_SECRET, base64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93192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on CPU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 probe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unhealthy pods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48006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 probe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traffic to pods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CLUSTER STATE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-n cloudkart get pods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5146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         READY 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frontend-589d4764cc-jf5cc         1/1    Running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order-service-7cd64d7779-lltdq    1/1    Running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product-service-75f949cc45-p7lhz  1/1    Running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user-service-9dcf7b97c-68rv6      1/1    Running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4846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register → login → JWT → cart → order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1389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inter-service HTTP via service DNS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54315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Ingress routes /api/* to right backend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57241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Rolling updates with zero downtime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Helm Chart + CI/CD Pipelines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manifests to versioned, parameterized, auditable releases.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657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7249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loop over services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4107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values-dev / staging / prod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→ upgrade → rollback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7823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history → audit trail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4681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per environment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6916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00BF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1691640"/>
            <a:ext cx="3657600" cy="594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2724912"/>
            <a:ext cx="137160" cy="1371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test 3 backends in parallel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410712"/>
            <a:ext cx="137160" cy="1371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lint + multi-env render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4096512"/>
            <a:ext cx="137160" cy="1371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with layer cache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4782312"/>
            <a:ext cx="137160" cy="1371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HIGH/CRITICAL fails build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5468112"/>
            <a:ext cx="137160" cy="1371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GHCR on main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16916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1691640"/>
            <a:ext cx="3657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(CD)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58200" y="27249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58200" y="34107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image tag · env · dry-run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58200" y="40965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upgrade --atomic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58200" y="47823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 on smoke-test fail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58200" y="5468112"/>
            <a:ext cx="137160" cy="1371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GHCR webhook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Infrastructure as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AWS stack defined in Terraform, free-tier friendly.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modules/vpc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+ 2 public subnets + IGW + route 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modules/security-groups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SG: SSH (restricted), HTTP, HTTPS, K3s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modules/ec2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+ gp3 encrypted + IMDSv2 + K3s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(versioned + encrypted)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 for state locking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715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· team-safe · disaster recovery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LOCALLY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148840"/>
            <a:ext cx="5349240" cy="3977640"/>
          </a:xfrm>
          <a:prstGeom prst="roundRect">
            <a:avLst>
              <a:gd name="adj" fmla="val 1149"/>
            </a:avLst>
          </a:prstGeom>
          <a:solidFill>
            <a:srgbClr val="0F1A2C"/>
          </a:solidFill>
          <a:ln w="12700">
            <a:solidFill>
              <a:srgbClr val="0F1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86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fmt -recursive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596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 -backend=false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9077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validate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2186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5295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Success! Configuration valid.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840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151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Free-tier ready ──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4622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t2.micro  (750 hrs/mo free)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7731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gp3 EBS   (30 GB free)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0840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 + DynamoDB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394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Cost: ~$0/month (first year)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Observability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alerts — all live on Kubernetes.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 from 3 backend pods every 15s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against Prometheus + Loki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Promtail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aggregation: stdout → Promtail → Loki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8972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alert rules — the golden signals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 — query against the running cluster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247120" cy="2286000"/>
          </a:xfrm>
          <a:prstGeom prst="roundRect">
            <a:avLst>
              <a:gd name="adj" fmla="val 2000"/>
            </a:avLst>
          </a:prstGeom>
          <a:solidFill>
            <a:srgbClr val="0F1A2C"/>
          </a:solidFill>
          <a:ln w="12700">
            <a:solidFill>
              <a:srgbClr val="0F1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Query Prometheus for CloudKart request counts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PROMQL&gt;  sum(http_requests_total) by (service)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user-service     →  1,658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0017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product-service  →  1,687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29437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order-service    →  1,661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715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Real requests counted by Prometheus — proves end-to-end scraping works.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· Security in Every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catch issues before they reach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in CI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image for known CVEs. HIGH/CRITICAL fails the build.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1001 in image + runAsNonRoot: true verified by K8s.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965960"/>
            <a:ext cx="548640" cy="54864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972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capabilities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capabilities.drop: [ALL] — minimum Linux privileges.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via valueFrom — never in code or env literal.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251960"/>
            <a:ext cx="548640" cy="54864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+ encrypted EBS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metadata locked down · root volume encrypted.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8FC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251960"/>
            <a:ext cx="548640" cy="54864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89720" y="4297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SSH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only allows YOUR_IP/32 — not 0.0.0.0/0 in prod.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Lessons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broke, what I now understand.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all containerized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across 3 services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 — one per milestone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828800" y="4617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pods running healthy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5394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revisions (install/upgrade/rollback)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Numeric UID for K8s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app" failed runAsNonRoot. K8s needs a number. Refactored Dockerfiles to USER 1001.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Stateful services don't 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broke on 2 replicas — each pod had its own in-memory store. Scaled to 1, documented PostgreSQL as next step.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Helm --atomic saves you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525780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upgrades auto-roll back. helm history is the audit trail every interview asks about.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CloudKart  ·  Ayush Gupta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10972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suggestions, code review — all welcome.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FUTURE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3977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— scale beyond 1 replica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Secrets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98280" y="3977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secrets so they're safe to commit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 + Let's Encrypt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4572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HTTPS in production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98280" y="4572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pull-based deployments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5166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/ Jaeger — 3rd observability pillar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5166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98280" y="5166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/ Linkerd for mTLS + traffic split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6080760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github.com/Ayush-Gupta-0212/cloudkart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CloudKart - DevOps Major Project</dc:title>
  <dc:subject>College Major Project</dc:subject>
  <dc:creator>Ayush Gupta</dc:creator>
  <cp:lastModifiedBy>Ayush Gupta</cp:lastModifiedBy>
  <cp:revision>1</cp:revision>
  <dcterms:created xsi:type="dcterms:W3CDTF">2026-05-29T03:50:23Z</dcterms:created>
  <dcterms:modified xsi:type="dcterms:W3CDTF">2026-05-29T03:50:23Z</dcterms:modified>
</cp:coreProperties>
</file>